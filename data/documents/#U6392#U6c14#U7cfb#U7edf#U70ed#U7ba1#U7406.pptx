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排气系统热管理仿真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0000"/>
            <a:ext cx="8000000" cy="3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涡轮入口排气温度是热管理仿真的关键边界条件</a:t>
            </a:r>
          </a:p>
          <a:p>
            <a:r>
              <a:t>额定工况涡轮前温度约 950℃,催化器起燃温度约 300℃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后处理保温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00000"/>
            <a:ext cx="8000000" cy="3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催化器载体热惯性大,冷启动阶段需重点关注升温时间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